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FC5E-0F74-4E7E-6F86-51DA7A39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302F6-BCBD-5B70-8BD1-28C5FB2A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C4004-F877-5442-0DF5-91768680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F4A8-85A3-6136-A5AA-510B70B0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B6B5-BE15-EA88-A428-E1D7BEFB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8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44F8-3174-5D74-400D-CF2B6E2F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6953-D830-B95C-261F-00032074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56E5-669F-513E-9D30-BB7B363B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3FE7-873C-EF75-007D-4804D67A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A6F6-1D06-0A75-99D2-A7EFE937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46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1219-72C6-3217-5495-66647D21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28AA1-1BB8-CF47-5544-F0905773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75CD1-7F16-BB91-5BD4-C7C60178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2511-6CDA-AF28-4E67-B102FC6F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EBABD-B55B-B98E-F37A-A71CC9CD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0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45C0-A784-94F7-F26A-8A13340E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F2DE-DE26-AD7E-A2F0-360081C1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35D75-1BF7-F821-82E6-F405D667B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748A4-7316-D3CD-0F55-74038C4A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7273B-9BE6-99CC-3829-E28ACC48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1ADEE-1AE9-4199-7915-C4654D3D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0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5BFB-8A6F-1C01-AFCB-2124D6BD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F2952-F46F-F607-E99F-50B4E053D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97A67-5DBA-17B5-4D6E-DC00C7F5F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1EF1E-3A9B-2A38-ACF4-92EF653BE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D29BF-9019-F649-64EC-E4CD33E51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6501E-CB40-7ECE-46A6-795BC9E5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43666-2936-C36B-5213-56D19903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A6E55-49BB-72C6-D6BE-FECC8389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1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DE5F-9B23-7F60-41DE-809912CE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F9D46-780B-DE5E-F2C9-6878D62C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72F15-E077-CB3A-BDCD-A95D6FB9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BE73-A52A-B095-5E84-D45D6F0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95E69-9324-BC93-9DA1-70B05345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E6CD1-6055-BD0D-3BE7-7B0C68FC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6599-020C-1D1F-F18A-C1017E15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42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6481-9A41-C642-814B-D7A9FFFD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57E8-6911-09C0-6975-B7145F2A8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2431-AB38-9908-5176-3C7B407A7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8865-66A7-E10F-E521-369B90DD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2C79-9CA7-1601-EB10-979E943B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59E7A-D95F-883F-9DD7-87057DFE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344B-1BBB-B9FD-2E5C-3618762F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E3F9-27D1-FCDB-21E8-E003F35EA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B2881-9549-D616-B848-2F9011CEB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06AA-81C5-270D-3388-D36FCAB6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78AFB-0ED5-2280-3A23-A2C86BED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563C-135F-1E3D-36C1-FE6AA729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1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C39-0F75-D55C-815B-7671811B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7ED78-2E40-0EBB-4D92-1236C0243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EEEE3-4949-17ED-3CF9-FA5BA3C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ED6E-1371-C362-070A-6EE7FA7B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F5055-9809-312F-F102-B6948F09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2690A-7C3C-97F1-7254-25469B919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D7220-634B-8DDF-ED83-032E9A8D7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A271-A947-2716-2DCC-1076EC89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5E74-188F-DBF2-4F05-65DEBDAB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DD62-EB06-FA87-84C6-91AB9225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9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61294-85D2-DC37-40CD-CE64521D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DC07-3910-AE2F-4AF3-D51282B33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F482-A24D-F1D1-A7A2-046D3E75A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BB522-0EBF-4085-8C18-E6DE82A8711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6B16-9D10-9951-E63E-E207CC149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5EB85-3E6B-7A57-6992-9B6D7DBD8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58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6C9F315-9B6C-C22E-E334-07D40C591DC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3A6999-BB79-FBA1-EFE8-5E18EA42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8000"/>
            </a:blip>
            <a:stretch>
              <a:fillRect/>
            </a:stretch>
          </p:blipFill>
          <p:spPr>
            <a:xfrm>
              <a:off x="0" y="0"/>
              <a:ext cx="6766560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135381-BA5A-C5BF-42DA-E2DA17AE0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48000"/>
            </a:blip>
            <a:stretch>
              <a:fillRect/>
            </a:stretch>
          </p:blipFill>
          <p:spPr>
            <a:xfrm>
              <a:off x="6766560" y="0"/>
              <a:ext cx="542544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  <a:reflection endPos="65000" dist="50800" dir="5400000" sy="-100000" algn="bl" rotWithShape="0"/>
            </a:effec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390932-9FB0-FF62-D18B-3BA93C23DAFB}"/>
              </a:ext>
            </a:extLst>
          </p:cNvPr>
          <p:cNvSpPr txBox="1"/>
          <p:nvPr/>
        </p:nvSpPr>
        <p:spPr>
          <a:xfrm>
            <a:off x="4416552" y="351365"/>
            <a:ext cx="4599432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060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39173-87EF-0B24-31D9-1C24BF78C60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B8314-6BAF-5528-648C-A99818E2D0A4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2D3E2-1DAD-8F9C-C31E-7C85AE869DC8}"/>
              </a:ext>
            </a:extLst>
          </p:cNvPr>
          <p:cNvSpPr txBox="1"/>
          <p:nvPr/>
        </p:nvSpPr>
        <p:spPr>
          <a:xfrm>
            <a:off x="9144" y="1024128"/>
            <a:ext cx="1219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a student of class 9</a:t>
            </a:r>
            <a:r>
              <a:rPr lang="en-US" baseline="30000" dirty="0"/>
              <a:t>th</a:t>
            </a:r>
            <a:r>
              <a:rPr lang="en-US" dirty="0"/>
              <a:t> or 10</a:t>
            </a:r>
            <a:r>
              <a:rPr lang="en-US" baseline="30000" dirty="0"/>
              <a:t>th</a:t>
            </a:r>
            <a:r>
              <a:rPr lang="en-US" dirty="0"/>
              <a:t> - constantly under pressure of board exam, intense competition, every mark counts, attending school, running to coaching class, prep exams, homework.</a:t>
            </a:r>
          </a:p>
          <a:p>
            <a:endParaRPr lang="en-US" dirty="0"/>
          </a:p>
          <a:p>
            <a:r>
              <a:rPr lang="en-IN" dirty="0"/>
              <a:t>Students prioritize problem-solving subjects such as Mathematics and Science during their focused study hours. Reading-intensive subjects, like History, Geography, Environment Science etc., are often pushed to the end of the schedule, despite contributing significantly to final examination scores.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Tutor24X7</a:t>
            </a:r>
            <a:r>
              <a:rPr lang="en-US" dirty="0"/>
              <a:t> is here to address this gap. Textbook lessons of these ‘reading subjects’ are converted to short audio podcasts. Student can listen to them while : </a:t>
            </a:r>
          </a:p>
          <a:p>
            <a:pPr lvl="2"/>
            <a:r>
              <a:rPr lang="en-IN" dirty="0"/>
              <a:t>🚌 Travelling to school </a:t>
            </a:r>
          </a:p>
          <a:p>
            <a:pPr lvl="2"/>
            <a:r>
              <a:rPr lang="en-IN" dirty="0"/>
              <a:t>🚶 Walking </a:t>
            </a:r>
          </a:p>
          <a:p>
            <a:pPr lvl="2"/>
            <a:r>
              <a:rPr lang="en-IN" dirty="0"/>
              <a:t>🍽️ Having meals </a:t>
            </a:r>
          </a:p>
          <a:p>
            <a:pPr lvl="2"/>
            <a:r>
              <a:rPr lang="en-IN" dirty="0"/>
              <a:t>🧹 Doing household chores </a:t>
            </a:r>
          </a:p>
          <a:p>
            <a:pPr lvl="2"/>
            <a:r>
              <a:rPr lang="en-IN" dirty="0"/>
              <a:t>😌 Relaxing before sleep</a:t>
            </a:r>
            <a:endParaRPr lang="en-US" dirty="0"/>
          </a:p>
          <a:p>
            <a:endParaRPr lang="en-US" baseline="30000" dirty="0"/>
          </a:p>
          <a:p>
            <a:endParaRPr lang="en-US" baseline="30000" dirty="0"/>
          </a:p>
          <a:p>
            <a:r>
              <a:rPr lang="en-US" baseline="30000" dirty="0"/>
              <a:t> </a:t>
            </a:r>
            <a:r>
              <a:rPr lang="en-IN" dirty="0"/>
              <a:t>Instead of finding extra study time, </a:t>
            </a:r>
            <a:r>
              <a:rPr lang="en-IN" b="1" dirty="0"/>
              <a:t>they reuse otherwise unproductive time.</a:t>
            </a:r>
            <a:endParaRPr lang="en-IN" dirty="0"/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54155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B96E-3F9C-0FB2-A61B-4E87973C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77D6-DE2D-9521-B42F-01FEE3B675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ECC53-EC0D-E307-014C-1FB81E96C1E8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FB944-1ADB-67C1-3CF5-D4FDD0A706AF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ADMIN Workflow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F3B96-6A47-55A9-3D51-3B225CC2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046166"/>
            <a:ext cx="3438702" cy="1117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A0DD16-D081-2A95-524E-C7140F192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75350"/>
            <a:ext cx="4904532" cy="4382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FA62EE-4803-EA3F-6B26-A4DE2977A743}"/>
              </a:ext>
            </a:extLst>
          </p:cNvPr>
          <p:cNvSpPr txBox="1"/>
          <p:nvPr/>
        </p:nvSpPr>
        <p:spPr>
          <a:xfrm>
            <a:off x="137160" y="1601697"/>
            <a:ext cx="192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Admin Logs in</a:t>
            </a:r>
            <a:endParaRPr lang="en-IN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F9472-D2E7-B33B-65EF-C19408317581}"/>
              </a:ext>
            </a:extLst>
          </p:cNvPr>
          <p:cNvSpPr txBox="1"/>
          <p:nvPr/>
        </p:nvSpPr>
        <p:spPr>
          <a:xfrm>
            <a:off x="5001768" y="1601697"/>
            <a:ext cx="566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Admin Uploads pdf for a Subject &amp; Lesson</a:t>
            </a:r>
          </a:p>
          <a:p>
            <a:r>
              <a:rPr lang="en-US" sz="1400" b="1" dirty="0"/>
              <a:t>He can also check status of previously submitted jobs</a:t>
            </a:r>
          </a:p>
          <a:p>
            <a:r>
              <a:rPr lang="en-US" sz="1400" b="1" dirty="0"/>
              <a:t>And check the audio created for earlier jobs</a:t>
            </a:r>
            <a:endParaRPr lang="en-IN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89B1C-B2C7-AF21-E810-FA7EBEF628BE}"/>
              </a:ext>
            </a:extLst>
          </p:cNvPr>
          <p:cNvSpPr txBox="1"/>
          <p:nvPr/>
        </p:nvSpPr>
        <p:spPr>
          <a:xfrm>
            <a:off x="137160" y="3871309"/>
            <a:ext cx="4425696" cy="120032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manual recording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studio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voice artists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New editions generated in minutes</a:t>
            </a:r>
          </a:p>
        </p:txBody>
      </p:sp>
    </p:spTree>
    <p:extLst>
      <p:ext uri="{BB962C8B-B14F-4D97-AF65-F5344CB8AC3E}">
        <p14:creationId xmlns:p14="http://schemas.microsoft.com/office/powerpoint/2010/main" val="414558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83E8-6CB0-BF0A-378A-E2BC67C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62213B-B63D-9928-DEB7-BC2BCED362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B59E9-4117-E208-638A-81860CA49066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720F4-4DDF-F049-5282-880A15227E06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Student Workflow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44D11-1EC2-E628-D836-734A8A37B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046166"/>
            <a:ext cx="3438702" cy="1117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77FEA9-53E2-AF00-3A03-7E8743BA52F5}"/>
              </a:ext>
            </a:extLst>
          </p:cNvPr>
          <p:cNvSpPr txBox="1"/>
          <p:nvPr/>
        </p:nvSpPr>
        <p:spPr>
          <a:xfrm>
            <a:off x="137160" y="1601697"/>
            <a:ext cx="192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Student Logs in</a:t>
            </a:r>
            <a:endParaRPr lang="en-IN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DBAFD-28CC-3DE9-FE9B-E72AC50359B3}"/>
              </a:ext>
            </a:extLst>
          </p:cNvPr>
          <p:cNvSpPr txBox="1"/>
          <p:nvPr/>
        </p:nvSpPr>
        <p:spPr>
          <a:xfrm>
            <a:off x="137160" y="3323938"/>
            <a:ext cx="566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Selects the Subject &amp; Lesson from drop down</a:t>
            </a:r>
          </a:p>
          <a:p>
            <a:r>
              <a:rPr lang="en-US" sz="1400" b="1" dirty="0"/>
              <a:t>Either listens to a particular section of the lesson or</a:t>
            </a:r>
          </a:p>
          <a:p>
            <a:r>
              <a:rPr lang="en-US" sz="1400" b="1" dirty="0"/>
              <a:t>Plays all available audios in sequence.</a:t>
            </a:r>
            <a:endParaRPr lang="en-IN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A54AE-67EC-8A1E-F6C2-429DF2874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983" y="2046167"/>
            <a:ext cx="4229317" cy="4647242"/>
          </a:xfrm>
          <a:prstGeom prst="rect">
            <a:avLst/>
          </a:prstGeom>
        </p:spPr>
      </p:pic>
      <p:pic>
        <p:nvPicPr>
          <p:cNvPr id="8" name="sample geography lesson">
            <a:hlinkClick r:id="" action="ppaction://media"/>
            <a:extLst>
              <a:ext uri="{FF2B5EF4-FFF2-40B4-BE49-F238E27FC236}">
                <a16:creationId xmlns:a16="http://schemas.microsoft.com/office/drawing/2014/main" id="{2DD6EDFD-AC5C-8A6C-A922-6B37DCFE34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57020" y="6328457"/>
            <a:ext cx="406400" cy="40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4C6B0A-ECA0-265B-B09A-1BE8B7B053BB}"/>
              </a:ext>
            </a:extLst>
          </p:cNvPr>
          <p:cNvSpPr txBox="1"/>
          <p:nvPr/>
        </p:nvSpPr>
        <p:spPr>
          <a:xfrm>
            <a:off x="237744" y="5943600"/>
            <a:ext cx="3044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Sample Geography lesson narration</a:t>
            </a:r>
            <a:endParaRPr lang="en-IN" sz="1400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C1595-F567-E00D-E902-841F2DCDA6B6}"/>
              </a:ext>
            </a:extLst>
          </p:cNvPr>
          <p:cNvSpPr txBox="1"/>
          <p:nvPr/>
        </p:nvSpPr>
        <p:spPr>
          <a:xfrm>
            <a:off x="316304" y="4340266"/>
            <a:ext cx="3080413" cy="120032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Study on the go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Affordable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0769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474B-B618-474C-7BF6-0640F23D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6A693-2810-A800-C461-A6AB35B28618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F7709-4E5E-7871-1E83-039B07C172BB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0CFD5-EDB2-D335-930D-0691CF0FADA1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Business Opportunity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F9B3B6-8AC3-FD26-511C-09BC4AF6B250}"/>
              </a:ext>
            </a:extLst>
          </p:cNvPr>
          <p:cNvSpPr txBox="1"/>
          <p:nvPr/>
        </p:nvSpPr>
        <p:spPr>
          <a:xfrm>
            <a:off x="105156" y="1545335"/>
            <a:ext cx="119649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Revenue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Subscription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School licensing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EdTech platform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White-labelled solution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Why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Growing adoption of audio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Students already consume educational content on mobile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 enables rapid, low-cost content generation at scale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04E02-5910-6FF0-F42F-A37626EB91BE}"/>
              </a:ext>
            </a:extLst>
          </p:cNvPr>
          <p:cNvSpPr txBox="1"/>
          <p:nvPr/>
        </p:nvSpPr>
        <p:spPr>
          <a:xfrm>
            <a:off x="105156" y="5111496"/>
            <a:ext cx="1196492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</a:rPr>
              <a:t>Every commute becomes a classroom.</a:t>
            </a:r>
          </a:p>
        </p:txBody>
      </p:sp>
    </p:spTree>
    <p:extLst>
      <p:ext uri="{BB962C8B-B14F-4D97-AF65-F5344CB8AC3E}">
        <p14:creationId xmlns:p14="http://schemas.microsoft.com/office/powerpoint/2010/main" val="2782784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291</Words>
  <Application>Microsoft Office PowerPoint</Application>
  <PresentationFormat>Widescreen</PresentationFormat>
  <Paragraphs>49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 Tawde</dc:creator>
  <cp:lastModifiedBy>Ajit Tawde</cp:lastModifiedBy>
  <cp:revision>13</cp:revision>
  <dcterms:created xsi:type="dcterms:W3CDTF">2026-07-08T09:18:05Z</dcterms:created>
  <dcterms:modified xsi:type="dcterms:W3CDTF">2026-07-08T12:33:05Z</dcterms:modified>
</cp:coreProperties>
</file>