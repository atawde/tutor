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FC5E-0F74-4E7E-6F86-51DA7A391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302F6-BCBD-5B70-8BD1-28C5FB2AF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C4004-F877-5442-0DF5-91768680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2F4A8-85A3-6136-A5AA-510B70B00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EB6B5-BE15-EA88-A428-E1D7BEFBB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080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144F8-3174-5D74-400D-CF2B6E2F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76953-D830-B95C-261F-000320749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156E5-669F-513E-9D30-BB7B363B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03FE7-873C-EF75-007D-4804D67A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CA6F6-1D06-0A75-99D2-A7EFE9376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466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91219-72C6-3217-5495-66647D21A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28AA1-1BB8-CF47-5544-F09057738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75CD1-7F16-BB91-5BD4-C7C601787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72511-6CDA-AF28-4E67-B102FC6FE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AEBABD-B55B-B98E-F37A-A71CC9CDA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00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45C0-A784-94F7-F26A-8A13340E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8F2DE-DE26-AD7E-A2F0-360081C1C1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35D75-1BF7-F821-82E6-F405D667B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748A4-7316-D3CD-0F55-74038C4A3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7273B-9BE6-99CC-3829-E28ACC482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1ADEE-1AE9-4199-7915-C4654D3D3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304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35BFB-8A6F-1C01-AFCB-2124D6BD4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F2952-F46F-F607-E99F-50B4E053D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97A67-5DBA-17B5-4D6E-DC00C7F5F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1EF1E-3A9B-2A38-ACF4-92EF653BE1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CD29BF-9019-F649-64EC-E4CD33E51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D6501E-CB40-7ECE-46A6-795BC9E56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43666-2936-C36B-5213-56D19903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EA6E55-49BB-72C6-D6BE-FECC8389E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17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FDE5F-9B23-7F60-41DE-809912CEF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F9D46-780B-DE5E-F2C9-6878D62C7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772F15-E077-CB3A-BDCD-A95D6FB9A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3BE73-A52A-B095-5E84-D45D6F05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576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D95E69-9324-BC93-9DA1-70B05345C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5E6CD1-6055-BD0D-3BE7-7B0C68FC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46599-020C-1D1F-F18A-C1017E15B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42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66481-9A41-C642-814B-D7A9FFFD5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F57E8-6911-09C0-6975-B7145F2A8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62431-AB38-9908-5176-3C7B407A7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38865-66A7-E10F-E521-369B90DDA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D52C79-9CA7-1601-EB10-979E943B6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59E7A-D95F-883F-9DD7-87057DFE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503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E344B-1BBB-B9FD-2E5C-3618762F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CE3F9-27D1-FCDB-21E8-E003F35EA6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B2881-9549-D616-B848-2F9011CEB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406AA-81C5-270D-3388-D36FCAB64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378AFB-0ED5-2280-3A23-A2C86BEDA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4563C-135F-1E3D-36C1-FE6AA729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14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B8C39-0F75-D55C-815B-7671811B6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7ED78-2E40-0EBB-4D92-1236C0243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EEEE3-4949-17ED-3CF9-FA5BA3C6B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6ED6E-1371-C362-070A-6EE7FA7B3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F5055-9809-312F-F102-B6948F09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508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2690A-7C3C-97F1-7254-25469B919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4D7220-634B-8DDF-ED83-032E9A8D7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6A271-A947-2716-2DCC-1076EC89E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B522-0EBF-4085-8C18-E6DE82A8711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A5E74-188F-DBF2-4F05-65DEBDAB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0DD62-EB06-FA87-84C6-91AB9225C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697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661294-85D2-DC37-40CD-CE64521D1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4DC07-3910-AE2F-4AF3-D51282B33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1F482-A24D-F1D1-A7A2-046D3E75A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BB522-0EBF-4085-8C18-E6DE82A8711C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C6B16-9D10-9951-E63E-E207CC149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5EB85-3E6B-7A57-6992-9B6D7DBD8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76FC59-9E68-4CC9-B2B5-CEF7A5DAA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583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6C9F315-9B6C-C22E-E334-07D40C591DC0}"/>
              </a:ext>
            </a:extLst>
          </p:cNvPr>
          <p:cNvGrpSpPr/>
          <p:nvPr/>
        </p:nvGrpSpPr>
        <p:grpSpPr>
          <a:xfrm>
            <a:off x="-27432" y="1417320"/>
            <a:ext cx="12210288" cy="5440680"/>
            <a:chOff x="0" y="888227"/>
            <a:chExt cx="12210288" cy="68580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43A6999-BB79-FBA1-EFE8-5E18EA427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48000"/>
            </a:blip>
            <a:stretch>
              <a:fillRect/>
            </a:stretch>
          </p:blipFill>
          <p:spPr>
            <a:xfrm>
              <a:off x="0" y="888227"/>
              <a:ext cx="6766560" cy="6858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1135381-BA5A-C5BF-42DA-E2DA17AE0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48000"/>
            </a:blip>
            <a:stretch>
              <a:fillRect/>
            </a:stretch>
          </p:blipFill>
          <p:spPr>
            <a:xfrm>
              <a:off x="6784848" y="888227"/>
              <a:ext cx="5425440" cy="6858000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  <a:reflection endPos="0" dist="50800" dir="5400000" sy="-100000" algn="bl" rotWithShape="0"/>
            </a:effectLst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A390932-9FB0-FF62-D18B-3BA93C23DAFB}"/>
              </a:ext>
            </a:extLst>
          </p:cNvPr>
          <p:cNvSpPr txBox="1"/>
          <p:nvPr/>
        </p:nvSpPr>
        <p:spPr>
          <a:xfrm>
            <a:off x="4416552" y="40469"/>
            <a:ext cx="4599432" cy="707886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4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2A2C7C-172F-F0E1-FA77-B97017F49C39}"/>
              </a:ext>
            </a:extLst>
          </p:cNvPr>
          <p:cNvSpPr txBox="1"/>
          <p:nvPr/>
        </p:nvSpPr>
        <p:spPr>
          <a:xfrm>
            <a:off x="-137160" y="758952"/>
            <a:ext cx="12335256" cy="584775"/>
          </a:xfrm>
          <a:prstGeom prst="rect">
            <a:avLst/>
          </a:prstGeom>
          <a:noFill/>
          <a:effectLst>
            <a:reflection blurRad="12700" stA="45000" endPos="650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effectLst>
                  <a:outerShdw sx="1000" sy="1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Transforming NCERT Reading Subjects into Audio Learning Experiences</a:t>
            </a:r>
          </a:p>
        </p:txBody>
      </p:sp>
    </p:spTree>
    <p:extLst>
      <p:ext uri="{BB962C8B-B14F-4D97-AF65-F5344CB8AC3E}">
        <p14:creationId xmlns:p14="http://schemas.microsoft.com/office/powerpoint/2010/main" val="3600609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B39173-87EF-0B24-31D9-1C24BF78C605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6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DB8314-6BAF-5528-648C-A99818E2D0A4}"/>
              </a:ext>
            </a:extLst>
          </p:cNvPr>
          <p:cNvSpPr/>
          <p:nvPr/>
        </p:nvSpPr>
        <p:spPr>
          <a:xfrm>
            <a:off x="0" y="1015663"/>
            <a:ext cx="12192000" cy="5842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527552-C698-EE12-6AAE-9D751969FC5E}"/>
              </a:ext>
            </a:extLst>
          </p:cNvPr>
          <p:cNvSpPr txBox="1"/>
          <p:nvPr/>
        </p:nvSpPr>
        <p:spPr>
          <a:xfrm>
            <a:off x="82296" y="1170432"/>
            <a:ext cx="1200912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The Problem : </a:t>
            </a:r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Students optimize their best study hours.</a:t>
            </a:r>
          </a:p>
          <a:p>
            <a:endParaRPr lang="en-IN" dirty="0"/>
          </a:p>
          <a:p>
            <a:r>
              <a:rPr lang="en-IN" b="1" dirty="0"/>
              <a:t>High Priority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Mathematics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Physics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Chemistry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Often postponed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History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Geography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Environmental Science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Civics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i="1" dirty="0"/>
              <a:t>Yet these subjects contribute equally to the final percentage.</a:t>
            </a:r>
          </a:p>
          <a:p>
            <a:endParaRPr lang="en-US" b="1" i="1" dirty="0"/>
          </a:p>
          <a:p>
            <a:endParaRPr lang="en-IN" dirty="0"/>
          </a:p>
          <a:p>
            <a:r>
              <a:rPr lang="en-IN" b="1" dirty="0">
                <a:solidFill>
                  <a:schemeClr val="accent2">
                    <a:lumMod val="50000"/>
                  </a:schemeClr>
                </a:solidFill>
              </a:rPr>
              <a:t>Tutor 24 X 7 </a:t>
            </a: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converts reading-intensive NCERT lessons into engaging audio lessons that students can consume during otherwise idle time.</a:t>
            </a:r>
          </a:p>
        </p:txBody>
      </p:sp>
    </p:spTree>
    <p:extLst>
      <p:ext uri="{BB962C8B-B14F-4D97-AF65-F5344CB8AC3E}">
        <p14:creationId xmlns:p14="http://schemas.microsoft.com/office/powerpoint/2010/main" val="541556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BB96E-3F9C-0FB2-A61B-4E87973CA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4377D6-DE2D-9521-B42F-01FEE3B67555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6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EECC53-EC0D-E307-014C-1FB81E96C1E8}"/>
              </a:ext>
            </a:extLst>
          </p:cNvPr>
          <p:cNvSpPr/>
          <p:nvPr/>
        </p:nvSpPr>
        <p:spPr>
          <a:xfrm>
            <a:off x="0" y="1015663"/>
            <a:ext cx="12192000" cy="5842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0FB944-1ADB-67C1-3CF5-D4FDD0A706AF}"/>
              </a:ext>
            </a:extLst>
          </p:cNvPr>
          <p:cNvSpPr txBox="1"/>
          <p:nvPr/>
        </p:nvSpPr>
        <p:spPr>
          <a:xfrm>
            <a:off x="54864" y="1069848"/>
            <a:ext cx="1201521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ADMIN Workflow</a:t>
            </a:r>
            <a:endParaRPr lang="en-IN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989B1C-B2C7-AF21-E810-FA7EBEF628BE}"/>
              </a:ext>
            </a:extLst>
          </p:cNvPr>
          <p:cNvSpPr txBox="1"/>
          <p:nvPr/>
        </p:nvSpPr>
        <p:spPr>
          <a:xfrm>
            <a:off x="7644384" y="3124908"/>
            <a:ext cx="4425696" cy="120032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No manual recording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No studio cost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New textbook editions available within minutes.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DF8739-1347-FB48-028F-9BA78C6C2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93" y="2226628"/>
            <a:ext cx="3740537" cy="3342068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927956-BE09-432D-FC12-49745A66B4B4}"/>
              </a:ext>
            </a:extLst>
          </p:cNvPr>
          <p:cNvSpPr txBox="1"/>
          <p:nvPr/>
        </p:nvSpPr>
        <p:spPr>
          <a:xfrm>
            <a:off x="121920" y="1532700"/>
            <a:ext cx="3384804" cy="4801314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Upload NCERT PDF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br>
              <a:rPr lang="en-IN" dirty="0"/>
            </a:br>
            <a:r>
              <a:rPr lang="en-IN" dirty="0"/>
              <a:t>AI understands the lesson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Creates student-friendly narration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br>
              <a:rPr lang="en-IN" dirty="0"/>
            </a:br>
            <a:r>
              <a:rPr lang="en-IN" dirty="0"/>
              <a:t>Generates natural voice audio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Publishes lesson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38835A-D8B0-B564-0A89-53FEBE9E6663}"/>
              </a:ext>
            </a:extLst>
          </p:cNvPr>
          <p:cNvSpPr txBox="1"/>
          <p:nvPr/>
        </p:nvSpPr>
        <p:spPr>
          <a:xfrm>
            <a:off x="3714793" y="1493365"/>
            <a:ext cx="8355287" cy="646331"/>
          </a:xfrm>
          <a:prstGeom prst="rect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Powered by AI</a:t>
            </a:r>
            <a:br>
              <a:rPr lang="en-IN" b="1" dirty="0"/>
            </a:br>
            <a:r>
              <a:rPr lang="en-IN" b="1" dirty="0"/>
              <a:t>Automatically transforms NCERT textbooks into natural, teacher-like narration.</a:t>
            </a:r>
          </a:p>
        </p:txBody>
      </p:sp>
    </p:spTree>
    <p:extLst>
      <p:ext uri="{BB962C8B-B14F-4D97-AF65-F5344CB8AC3E}">
        <p14:creationId xmlns:p14="http://schemas.microsoft.com/office/powerpoint/2010/main" val="4145589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983E8-6CB0-BF0A-378A-E2BC67C9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88A00CE-98CE-3469-91F7-BD92671666A1}"/>
              </a:ext>
            </a:extLst>
          </p:cNvPr>
          <p:cNvSpPr/>
          <p:nvPr/>
        </p:nvSpPr>
        <p:spPr>
          <a:xfrm>
            <a:off x="0" y="1015663"/>
            <a:ext cx="12192000" cy="5842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2213B-B63D-9928-DEB7-BC2BCED36255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6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7720F4-4DDF-F049-5282-880A15227E06}"/>
              </a:ext>
            </a:extLst>
          </p:cNvPr>
          <p:cNvSpPr txBox="1"/>
          <p:nvPr/>
        </p:nvSpPr>
        <p:spPr>
          <a:xfrm>
            <a:off x="54864" y="1069848"/>
            <a:ext cx="1201521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Student Workflow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A44D11-1EC2-E628-D836-734A8A37B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80" y="2046166"/>
            <a:ext cx="2565400" cy="1117658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77FEA9-53E2-AF00-3A03-7E8743BA52F5}"/>
              </a:ext>
            </a:extLst>
          </p:cNvPr>
          <p:cNvSpPr txBox="1"/>
          <p:nvPr/>
        </p:nvSpPr>
        <p:spPr>
          <a:xfrm>
            <a:off x="55880" y="1601697"/>
            <a:ext cx="1920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Student Logs in</a:t>
            </a:r>
            <a:endParaRPr lang="en-IN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AA54AE-67EC-8A1E-F6C2-429DF28748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4219" y="1977069"/>
            <a:ext cx="4229317" cy="4647242"/>
          </a:xfrm>
          <a:prstGeom prst="rect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</p:pic>
      <p:pic>
        <p:nvPicPr>
          <p:cNvPr id="8" name="sample geography lesson">
            <a:hlinkClick r:id="" action="ppaction://media"/>
            <a:extLst>
              <a:ext uri="{FF2B5EF4-FFF2-40B4-BE49-F238E27FC236}">
                <a16:creationId xmlns:a16="http://schemas.microsoft.com/office/drawing/2014/main" id="{2DD6EDFD-AC5C-8A6C-A922-6B37DCFE34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473180" y="2609897"/>
            <a:ext cx="406400" cy="406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4C6B0A-ECA0-265B-B09A-1BE8B7B053BB}"/>
              </a:ext>
            </a:extLst>
          </p:cNvPr>
          <p:cNvSpPr txBox="1"/>
          <p:nvPr/>
        </p:nvSpPr>
        <p:spPr>
          <a:xfrm rot="5400000">
            <a:off x="10509504" y="3096801"/>
            <a:ext cx="3044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/>
              <a:t>Sample audio lesson</a:t>
            </a:r>
            <a:endParaRPr lang="en-IN" sz="1400" b="1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CA8F38-367F-7A12-616E-1B7DA5B89E55}"/>
              </a:ext>
            </a:extLst>
          </p:cNvPr>
          <p:cNvSpPr txBox="1"/>
          <p:nvPr/>
        </p:nvSpPr>
        <p:spPr>
          <a:xfrm>
            <a:off x="2727960" y="1601697"/>
            <a:ext cx="4121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Selects desired subject &amp; lesson from drop down</a:t>
            </a:r>
            <a:endParaRPr lang="en-IN" sz="1400" b="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8514AE1-705A-8288-B269-1FB29CC2BC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5336" y="1977069"/>
            <a:ext cx="4045158" cy="228611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>
                <a:lumMod val="75000"/>
              </a:schemeClr>
            </a:solidFill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30E83F2-6886-B7CF-9C09-DE487D3AD5EE}"/>
              </a:ext>
            </a:extLst>
          </p:cNvPr>
          <p:cNvSpPr txBox="1"/>
          <p:nvPr/>
        </p:nvSpPr>
        <p:spPr>
          <a:xfrm>
            <a:off x="7012940" y="1601697"/>
            <a:ext cx="4121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Plays individual section or entire lesson in sequence</a:t>
            </a:r>
            <a:endParaRPr lang="en-IN" sz="14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066E3D-B89C-2B62-084B-FF566066ACFE}"/>
              </a:ext>
            </a:extLst>
          </p:cNvPr>
          <p:cNvSpPr txBox="1"/>
          <p:nvPr/>
        </p:nvSpPr>
        <p:spPr>
          <a:xfrm>
            <a:off x="1318788" y="4591097"/>
            <a:ext cx="5522976" cy="1938992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Study on the go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Affordable pricing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Repeated audio listening helps retention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Optimal use of time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i="1" dirty="0"/>
              <a:t>30 minute school commute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i="1" dirty="0"/>
              <a:t>150 minutes of passive revision every week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i="1" dirty="0"/>
              <a:t>Nearly 10 additional study hours every month</a:t>
            </a:r>
          </a:p>
        </p:txBody>
      </p:sp>
    </p:spTree>
    <p:extLst>
      <p:ext uri="{BB962C8B-B14F-4D97-AF65-F5344CB8AC3E}">
        <p14:creationId xmlns:p14="http://schemas.microsoft.com/office/powerpoint/2010/main" val="1076989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95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F474B-B618-474C-7BF6-0640F23DD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26A693-2810-A800-C461-A6AB35B28618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6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3F7709-4E5E-7871-1E83-039B07C172BB}"/>
              </a:ext>
            </a:extLst>
          </p:cNvPr>
          <p:cNvSpPr/>
          <p:nvPr/>
        </p:nvSpPr>
        <p:spPr>
          <a:xfrm>
            <a:off x="0" y="1015663"/>
            <a:ext cx="12192000" cy="5842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A0CFD5-EDB2-D335-930D-0691CF0FADA1}"/>
              </a:ext>
            </a:extLst>
          </p:cNvPr>
          <p:cNvSpPr txBox="1"/>
          <p:nvPr/>
        </p:nvSpPr>
        <p:spPr>
          <a:xfrm>
            <a:off x="54864" y="1069848"/>
            <a:ext cx="1201521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Business Opportunity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F9B3B6-8AC3-FD26-511C-09BC4AF6B250}"/>
              </a:ext>
            </a:extLst>
          </p:cNvPr>
          <p:cNvSpPr txBox="1"/>
          <p:nvPr/>
        </p:nvSpPr>
        <p:spPr>
          <a:xfrm>
            <a:off x="105156" y="1545335"/>
            <a:ext cx="119649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Revenue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Subscription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Rs 100 per month per subject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History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/>
              <a:t>Geography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Environment Science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Rs 300 per month per student for 4 to 6 months of a year</a:t>
            </a:r>
            <a:endParaRPr lang="en-IN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School licensing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EdTech platform integration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White-labelled solution 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b="1" dirty="0">
                <a:solidFill>
                  <a:schemeClr val="tx1"/>
                </a:solidFill>
              </a:rPr>
              <a:t>Why Now?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Growing adoption of audio learning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Students already consume educational content on mobile devices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AI enables rapid, low-cost content generation at scale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A04E02-5910-6FF0-F42F-A37626EB91BE}"/>
              </a:ext>
            </a:extLst>
          </p:cNvPr>
          <p:cNvSpPr txBox="1"/>
          <p:nvPr/>
        </p:nvSpPr>
        <p:spPr>
          <a:xfrm>
            <a:off x="105156" y="6035040"/>
            <a:ext cx="11964924" cy="5847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i="1" dirty="0">
                <a:solidFill>
                  <a:schemeClr val="bg1"/>
                </a:solidFill>
              </a:rPr>
              <a:t>Every commute becomes a classroom.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0178F7-5037-BA1B-5936-54FF9EF60701}"/>
              </a:ext>
            </a:extLst>
          </p:cNvPr>
          <p:cNvSpPr txBox="1"/>
          <p:nvPr/>
        </p:nvSpPr>
        <p:spPr>
          <a:xfrm>
            <a:off x="7232904" y="1975104"/>
            <a:ext cx="4242816" cy="1754326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b="1" dirty="0"/>
              <a:t>Why Audio Learning?</a:t>
            </a:r>
            <a:br>
              <a:rPr lang="en-IN" b="1" dirty="0"/>
            </a:br>
            <a:br>
              <a:rPr lang="en-IN" dirty="0"/>
            </a:br>
            <a:r>
              <a:rPr lang="en-IN" dirty="0"/>
              <a:t>✓ Revision during commute</a:t>
            </a:r>
            <a:br>
              <a:rPr lang="en-IN" dirty="0"/>
            </a:br>
            <a:r>
              <a:rPr lang="en-IN" dirty="0"/>
              <a:t>✓ Hands-free learning</a:t>
            </a:r>
            <a:br>
              <a:rPr lang="en-IN" dirty="0"/>
            </a:br>
            <a:r>
              <a:rPr lang="en-IN" dirty="0"/>
              <a:t>✓ Repeated exposure improves retention</a:t>
            </a:r>
            <a:br>
              <a:rPr lang="en-IN" dirty="0"/>
            </a:br>
            <a:r>
              <a:rPr lang="en-IN" dirty="0"/>
              <a:t>✓ Complements textbook learning</a:t>
            </a:r>
          </a:p>
        </p:txBody>
      </p:sp>
    </p:spTree>
    <p:extLst>
      <p:ext uri="{BB962C8B-B14F-4D97-AF65-F5344CB8AC3E}">
        <p14:creationId xmlns:p14="http://schemas.microsoft.com/office/powerpoint/2010/main" val="2782784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CAFE8-7D2A-941F-CEE8-AB9D71F8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72F091-5254-0905-DE71-D869D045BF0E}"/>
              </a:ext>
            </a:extLst>
          </p:cNvPr>
          <p:cNvSpPr txBox="1"/>
          <p:nvPr/>
        </p:nvSpPr>
        <p:spPr>
          <a:xfrm>
            <a:off x="0" y="0"/>
            <a:ext cx="12192000" cy="1015663"/>
          </a:xfrm>
          <a:prstGeom prst="rect">
            <a:avLst/>
          </a:prstGeom>
          <a:solidFill>
            <a:schemeClr val="accent2">
              <a:lumMod val="60000"/>
              <a:lumOff val="40000"/>
              <a:alpha val="67000"/>
            </a:schemeClr>
          </a:solidFill>
          <a:ln w="6985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TUTOR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>
                <a:solidFill>
                  <a:schemeClr val="bg1"/>
                </a:solidFill>
                <a:effectLst>
                  <a:outerShdw blurRad="50800" dist="50800" dir="9600000" sx="104000" sy="104000" algn="ctr" rotWithShape="0">
                    <a:schemeClr val="accent2">
                      <a:lumMod val="40000"/>
                      <a:lumOff val="60000"/>
                    </a:schemeClr>
                  </a:outerShdw>
                </a:effectLst>
              </a:rPr>
              <a:t>24 X 7</a:t>
            </a:r>
            <a:endParaRPr lang="en-IN" sz="6000" dirty="0">
              <a:solidFill>
                <a:schemeClr val="bg1"/>
              </a:solidFill>
              <a:effectLst>
                <a:outerShdw blurRad="50800" dist="50800" dir="9600000" sx="104000" sy="104000" algn="ctr" rotWithShape="0">
                  <a:schemeClr val="accent2">
                    <a:lumMod val="40000"/>
                    <a:lumOff val="6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3BBC3-648A-56D9-09AD-9DF2B8EEA150}"/>
              </a:ext>
            </a:extLst>
          </p:cNvPr>
          <p:cNvSpPr/>
          <p:nvPr/>
        </p:nvSpPr>
        <p:spPr>
          <a:xfrm>
            <a:off x="0" y="1015663"/>
            <a:ext cx="12192000" cy="5842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A3C6D-6184-0C97-A498-88BC19AF4011}"/>
              </a:ext>
            </a:extLst>
          </p:cNvPr>
          <p:cNvSpPr txBox="1"/>
          <p:nvPr/>
        </p:nvSpPr>
        <p:spPr>
          <a:xfrm>
            <a:off x="54864" y="1069848"/>
            <a:ext cx="1201521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Roadmap</a:t>
            </a:r>
            <a:endParaRPr lang="en-IN" b="1" dirty="0"/>
          </a:p>
        </p:txBody>
      </p:sp>
      <p:sp>
        <p:nvSpPr>
          <p:cNvPr id="12" name="Arrow: Up 11">
            <a:extLst>
              <a:ext uri="{FF2B5EF4-FFF2-40B4-BE49-F238E27FC236}">
                <a16:creationId xmlns:a16="http://schemas.microsoft.com/office/drawing/2014/main" id="{2A27BACD-B651-CD9B-E4AC-81DCD92B8AAE}"/>
              </a:ext>
            </a:extLst>
          </p:cNvPr>
          <p:cNvSpPr/>
          <p:nvPr/>
        </p:nvSpPr>
        <p:spPr>
          <a:xfrm rot="4574908">
            <a:off x="5112400" y="-672380"/>
            <a:ext cx="566928" cy="7655277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7C0FC5-3F53-4675-E260-C4F47E7019FC}"/>
              </a:ext>
            </a:extLst>
          </p:cNvPr>
          <p:cNvSpPr txBox="1"/>
          <p:nvPr/>
        </p:nvSpPr>
        <p:spPr>
          <a:xfrm>
            <a:off x="1746504" y="4261110"/>
            <a:ext cx="2926080" cy="1477328"/>
          </a:xfrm>
          <a:prstGeom prst="rect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Today</a:t>
            </a:r>
            <a:br>
              <a:rPr lang="en-IN" dirty="0"/>
            </a:br>
            <a:br>
              <a:rPr lang="en-IN" dirty="0"/>
            </a:br>
            <a:r>
              <a:rPr lang="en-IN" dirty="0"/>
              <a:t>✓ English NCERT</a:t>
            </a:r>
            <a:br>
              <a:rPr lang="en-IN" dirty="0"/>
            </a:br>
            <a:r>
              <a:rPr lang="en-IN" dirty="0"/>
              <a:t>✓ Classes 10–12</a:t>
            </a:r>
            <a:br>
              <a:rPr lang="en-IN" dirty="0"/>
            </a:br>
            <a:r>
              <a:rPr lang="en-IN" dirty="0"/>
              <a:t>✓ Audio lessons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8D11B4-7AA3-D200-A827-9D220436305A}"/>
              </a:ext>
            </a:extLst>
          </p:cNvPr>
          <p:cNvSpPr txBox="1"/>
          <p:nvPr/>
        </p:nvSpPr>
        <p:spPr>
          <a:xfrm>
            <a:off x="7718129" y="3064780"/>
            <a:ext cx="2926080" cy="2308324"/>
          </a:xfrm>
          <a:prstGeom prst="rect">
            <a:avLst/>
          </a:prstGeom>
          <a:noFill/>
          <a:ln w="25400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Next</a:t>
            </a:r>
            <a:br>
              <a:rPr lang="en-IN" dirty="0"/>
            </a:br>
            <a:endParaRPr lang="en-IN" dirty="0"/>
          </a:p>
          <a:p>
            <a:r>
              <a:rPr lang="en-IN" dirty="0"/>
              <a:t>✓ Hindi NCERT</a:t>
            </a:r>
            <a:br>
              <a:rPr lang="en-IN" dirty="0"/>
            </a:br>
            <a:r>
              <a:rPr lang="en-IN" dirty="0"/>
              <a:t>✓ Other state boards</a:t>
            </a:r>
            <a:br>
              <a:rPr lang="en-IN" dirty="0"/>
            </a:br>
            <a:r>
              <a:rPr lang="en-IN" dirty="0"/>
              <a:t>✓ Notes</a:t>
            </a:r>
          </a:p>
          <a:p>
            <a:r>
              <a:rPr lang="en-IN" dirty="0"/>
              <a:t>✓ Quiz Generation</a:t>
            </a:r>
          </a:p>
          <a:p>
            <a:r>
              <a:rPr lang="en-IN" dirty="0"/>
              <a:t>✓ Progress Tracking</a:t>
            </a:r>
          </a:p>
          <a:p>
            <a:r>
              <a:rPr lang="en-IN" dirty="0"/>
              <a:t>✓ Parent Dashboard</a:t>
            </a:r>
          </a:p>
        </p:txBody>
      </p:sp>
    </p:spTree>
    <p:extLst>
      <p:ext uri="{BB962C8B-B14F-4D97-AF65-F5344CB8AC3E}">
        <p14:creationId xmlns:p14="http://schemas.microsoft.com/office/powerpoint/2010/main" val="2435501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337</Words>
  <Application>Microsoft Office PowerPoint</Application>
  <PresentationFormat>Widescreen</PresentationFormat>
  <Paragraphs>67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Ajit Tawde</dc:creator>
  <cp:lastModifiedBy>Ajit Tawde</cp:lastModifiedBy>
  <cp:revision>24</cp:revision>
  <dcterms:created xsi:type="dcterms:W3CDTF">2026-07-08T09:18:05Z</dcterms:created>
  <dcterms:modified xsi:type="dcterms:W3CDTF">2026-07-09T07:49:20Z</dcterms:modified>
</cp:coreProperties>
</file>